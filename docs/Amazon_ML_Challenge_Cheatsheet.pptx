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ML CHALLENGE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Prep Cheatsheet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• Timeline • 72-Hour Game Plan • Model Development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F243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/ M.E. / M.Tech / M.S. / MS by Research / B.E. / B.Tech (full-time)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B8A9A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66160" y="26517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or 2028 graduating batch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campuses across India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7373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235440" y="26517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members — no solo entries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Dates &amp; What's on the 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7–20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window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25–27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121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ML Hackathon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883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6883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announced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552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2552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— top 10 present live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at Stake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1488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₹2,25,000 in prizes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credits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merchandise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PPI — Applied Scientist Intern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72 Hours Start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51660"/>
            <a:ext cx="365760" cy="36576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51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roles: data prep, modeling, write-up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851660"/>
            <a:ext cx="365760" cy="36576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51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12280" y="1554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shared environment (Colab / Kaggle)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994660"/>
            <a:ext cx="365760" cy="36576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94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97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check-in schedule (every 6 hrs)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269748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994660"/>
            <a:ext cx="365760" cy="36576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994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2697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AWS Builder Center profile is valid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37660"/>
            <a:ext cx="365760" cy="36576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8404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a past ML challenge dataset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72-Hour Cheatsheet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0F243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0–6h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problem twice. ID the metric &amp; task type.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B8A9A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imbalance, outliers, distributions.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12–24h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450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model, working end-to-end submission.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24–48h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2336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XGBoost/LightGBM, CV.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0F2439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48–60h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80560" y="42336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tuning, light ensembling.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B8A9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60–72h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42336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submission + write-up, buffer time.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Actually Develop the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properly — train, validation, respect official test structure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762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before model complexity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88950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if present (weighting/resampling)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6027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cross-validation, not a single train-test split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361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3159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experiment — even a simple spreadsheet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243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029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near the end — combine genuinely different models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Underestimate the Write-Up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1–2 page approach document matters more than teams think — especially for making the Top 50.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0F243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understanding of the task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B8A9A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chose and why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4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Features/techniques that moved your score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2286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9720" y="32004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in your solution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4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Mistakes That Sink Teams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73352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to a complex model without a working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50592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reading the evaluation metric carefully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team coordination — everyone doing the same task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005072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write-up until the last hour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82312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6634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validating properly — local score doesn't match leaderboard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 before touching code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fast, iterate deliberately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properly — trust your CV score, not luck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the write-up document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— go build something real.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2026-09-13T12:14:51Z</dcterms:created>
  <dcterms:modified xsi:type="dcterms:W3CDTF">2026-09-13T12:14:51Z</dcterms:modified>
</cp:coreProperties>
</file>